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[fill in once slide content is finalized with evidence]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[fill in once slide content is finalized with evidence]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[fill in once slide content is finalized with evidence]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[fill in once slide content is finalized with evidence]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[fill in once slide content is finalized with evidence]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[fill in once slide content is finalized with evidence]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[fill in once slide content is finalized with evidence]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[fill in once slide content is finalized with evidence]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[fill in once slide content is finalized with evidence]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[fill in once slide content is finalized with evidence]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[fill in once slide content is finalized with evidence]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[fill in once slide content is finalized with evidence]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[fill in once slide content is finalized with evidence]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[fill in once slide content is finalized with evidence]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Title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SecureWipe — [tagline]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/ Team Name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problem are we solving?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once verified facts exist]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Existing Landscape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 &amp; the gap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once verified facts exist]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Target Users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needs this?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once verified facts exist]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Our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workflow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once verified facts exist]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What Makes Us Different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once verified facts exist]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System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components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real architecture diagram]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Sanitization Decision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method is chosen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real screenshot]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Safety Gate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the wrong disk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real screenshot/test]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Verification &amp; Assurance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result, limitations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real output]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Evidence Package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/ JSON / hash / verifier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real files/output]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ZNS / Future-Ready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awareness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[Only if stable, else mark future]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Competitive Positioning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SecureWipe sits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once verified facts exist]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Impact &amp; Future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+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[Closing tagline]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2026-08-24T12:56:24Z</dcterms:created>
  <dcterms:modified xsi:type="dcterms:W3CDTF">2026-08-24T12:56:24Z</dcterms:modified>
</cp:coreProperties>
</file>